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合伙人口径：让对方了解我们，确认方向与需求一致即可。避免一上来谈估值、对赌、财务模型细节。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亦庄这一点可轻提：与北化亦庄生命健康相关载体在地理与产业氛围上接近，便于后续对接，但今天不展开招商细节。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可与北化「生物医药 / 抗衰老药械 / AI 数字健康」叙事轻轻对接：我们站在非药物主动健康一侧，是互补而非替代临床。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这是和产业方沟通时最清晰的定位句：我们不是抢医院的活，也不是再做一个按摩店。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强调「系统」：设备、流程、消杀、培训、复访。国企对方通常更关心可复制交付与边界清晰。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对化工/医药背景听众，诚实边界反而加分。可主动说：二类器械在推进，现阶段不作已取得资质宣称。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本页是全场关键。用「供讨论」语气，邀请对方修正：贵集团更关心抗衰赛道、园区载体，还是企业服务？我们按对方真实需求收窄。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只列入口，不报具体价格。若对方追问投资结构，可回答：今天先确认场景偏好，再做适配测算。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保持克制：证明我们能交付，但不展开冠军系列每一项参数表。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国企采购思维：可见的认证 + 清晰的边界。主动说明「推进中」比夸大更稳妥。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收尾金句：下一步不是直接报价，而是精准的项目适配。把决策权交还给对方。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预留 Q&amp;A。若被问投资条款：感谢关注，我们愿意在方向确认后再单独安排投资人沟通会。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× 北京化工集团 · 初次交流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目标：相互了解 · 方向对齐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受众：北京化工集团首次交流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时长：约 20 分钟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原则：先看是否同路，再谈怎么走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今天想对齐的三件事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交流目标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我们是谁：漂浮方舟在做的事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我们往哪走：主动健康 / 深度恢复方向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可能和贵集团怎么同路：先找契合，不急于谈条款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我们是谁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公司介绍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中友瑞水（北京）科技：漂浮舱系统研发制造 + 疗法科研 + 解决方案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定位：标准化、可复制的身心深度恢复系统（不是普通 SPA）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基地在北京亦庄；服务覆盖健康管理、运动恢复、企业精力、园区与康养空间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业务：设备供应 · 运营管理 · 资质认证 · 执证人才培训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时代课题：从被动治疗到主动健康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背景趋势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政策与产业都在转向：心理健康 · 非药物 · 主动干预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用户不再只为「放松一下」买单，而为睡眠、疲劳、压力和状态改善付费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对企业与园区：人才过载、精力管理，正在从福利讲座变成可体验的恢复服务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市场空白：轻体验与重干预之间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问题定义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轻体验（App / 普通 SPA）：门槛低，效果浅，难形成刚需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重干预（医疗设备 / 药物）：专业强，门槛高，部署重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空白地带：比普通放松更深，又比医疗干预更轻 —— 可商业交付的深度恢复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漂浮方舟切入的，正是这条「可及的深度恢复」通道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漂浮方舟是什么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方案本质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核心方法：Floatation-REST（限制环境刺激疗法）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泻盐浮力 + 恒温 + 感官降噪 → 身体从持续应对外界，转向内部恢复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交付物不只是舱：舱体 + 控制净化 + 服务 SOP + 数据反馈 = 深度恢复系统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主张：激活自愈与恢复能力的入口，而不是单次新奇体验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科学底座，也讲清楚边界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证据与合规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学术体系：Floatation-REST 有较成熟国际研究基础（材料口径：60+ 研究 / 1800+ 受试者）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证据较充分：焦虑抑郁状态、皮质醇调节、身体意象、单次极度放松等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仍需更大样本：长期睡眠、成瘾干预、慢性疼痛特异性等 —— 我们不包装万能疗法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对外原则：卖可验证的深度恢复，不卖「治病」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我们看到的契合点（供讨论）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方向对齐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主动健康 / 抗衰方向：冠军系列面向心力脑力高消耗与运动恢复，含抗衰相关功能模块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与数据健康：体征监测、多屏反馈、可记录的恢复变化（健康管理表达）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产业载体：可进入康养空间、园区示范、企业人才服务，而非单一零售门店逻辑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地理与生态：我们扎根亦庄，便于与首都生命健康产业氛围对接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如果同路，常见的进入方式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场景入口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企业精力管理：高管/核心人才可体验、可复访的恢复服务包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园区 / 公共健康示范：把「宣传健康」做成可体验空间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康养与酒店会所载体：高客单差异化恢复记忆点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合作形态可分层：采购 / 租赁 / 联营 / 样板共建 / 项目制（按资源匹配）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能力一瞥：我们交付什么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能力证明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产品线：D / O 型舱体系统 + P 型定制漂浮池 + 生命元炁漂浮液配套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工程：舱体 / 智能主机 / 独立储液三分体，便于安装维护与连续运营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消杀与水质：物理消杀闭环，强调可检验、可运维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交付支持：SOP 培训、人员配置、质量审查 —— 门店级「中央处理器」，不是说明书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资质与合作安全感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信任基础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质量与合规矩阵：ISO / CE / RoHS / FCC / UL / FDA 注册等（以交付证书为准）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漂浮液相关检测与饮用水级别认证路径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二类医疗器械认证推进中：现阶段不作为已取得资质列示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合作纪律：参数与承诺以型号铭牌、合同和技术文件为准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建议的轻量下一步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贵方内部对齐更关心的切口：抗衰 / 园区载体 / 企业服务 / 其他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安排一次实景体验或样板参观（效果自己发声）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若方向一致：做一场场地与客群的轻量适配评估（不是报价施压）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再决定是否进入合作模式与商务细节讨论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谢谢交流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深度恢复系统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中友瑞水（北京）科技有限公司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 · 亦庄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欢迎提问与指正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漂浮方舟 × 北京化工集团 · 初次交流</dc:title>
  <dc:subject>PptxGenJS Presentation</dc:subject>
  <dc:creator>知识库系统</dc:creator>
  <cp:lastModifiedBy>知识库系统</cp:lastModifiedBy>
  <cp:revision>1</cp:revision>
  <dcterms:created xsi:type="dcterms:W3CDTF">2026-08-22T16:25:06Z</dcterms:created>
  <dcterms:modified xsi:type="dcterms:W3CDTF">2026-08-22T16:25:06Z</dcterms:modified>
</cp:coreProperties>
</file>