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51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内部选型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北京化工集团第一次交流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用哪套结构？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给合伙人圈选。先对齐这次会的目标，再看五套方案的内容和优缺点。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推荐默认：A 初识对齐。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这次会，我们到底要什么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先写清需求，再选结构。结构跟错了，页数再漂亮也是错的。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618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对方是谁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126187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北京化工集团。第一次接触我们。想来了解项目；如果可以，有投资意向。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391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合伙人口径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03911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让对方了解我们，知道我们的方向和他们的需求一致就行。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16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本场不是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81635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融资路演、估值对赌、财务三模型、病种疗效承诺。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935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本场是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35935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他们听懂我们在做什么；我们听懂他们要什么；双方觉得「同路」再往下走。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选型原则（按这次需求）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698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第一次见面：先当介绍，不当路演。投资意向是背景，不是本场标题。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099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国企听确定性：正经、有边界、可退出；少江湖感、少包治、少暴利。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5000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数字未锁：机构数 / 专利数 / C 端用户先不写死，或标「材料口径」。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9008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不卖治病：病种 RCT、医保、医院科室话术不进主页。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301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6118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选完一套主结构即可；其他方案可留到第二次或附录。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A  ·  初识对齐    ★ 按本次需求推荐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第一次见面，目标是了解我们、确认方向是否同路   ｜    约 12 页 / 20 分钟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讲什么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我们是谁：可复制的深度恢复系统，不是 SPA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往哪走：主动健康 / 非药物恢复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方法一页：减负—降噪—重置（不堆模块）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证据只讲安全、可重复、即时状态，不讲治病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和北化可能的接口：企业精力 / 园区示范 / 产业布局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合作可以很大，入口很轻；下一步参观或小体验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0515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4630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完全贴合「先了解、对齐方向」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不像融资路演，对方不紧张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不暴露未锁死的机构数、用户数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投资意向可以自然发生，本场不逼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52044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缺点 / 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气场不够「大」，可能显得朴素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工程和认证展示少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如果对方带着投资尽调清单，会觉得信息不够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B  ·  工业品叙事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席上有工程、质量、生命健康板块的人   ｜    约 13 页 / 25 分钟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讲什么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把恢复讲成可连续运行的工业品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三分体结构 + 消杀闭环（化工听得懂）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运营可检验：水温、水质、记录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证据塔：先安全再状态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对北化两种用法：赋能外部 / 服务内部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天试点看什么，不看融资故事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0515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4630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最贴「化工集团」的语言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显得正经、可巡检、可尽调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用得上库里新补的卫生与 SOP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52044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缺点 / 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第一次见面偏「工厂感」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品牌与格局展示弱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超出合伙人「了解即可」的剂量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C  ·  政策与人力资本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对方关心十五五、健康中国、员工或园区   ｜    约 12 页 / 20 分钟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讲什么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治病中心 → 健康中心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主动健康六支柱：我们补心理与睡眠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企业过载：讲座解决不了，要可体验入口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明确：不是医保、不是治病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一个点位、一个季度、可退出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0515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4630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舆论和规划最安全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方便写进产业/园区叙事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几乎不涉及未锁数字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52044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缺点 / 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产品硬实力展示少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技术口可能觉得空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不像在介绍「一个项目」，像在讲政策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D  ·  国际能力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要压住「是不是小公司」，展示格局   ｜    约 14 页 / 25 分钟（已有底稿）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讲什么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全球同题 + 定位 + 机理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冠军平台、认证、消杀、专家生态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规模与四条价值轴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须改证据页：不用病种 RCT 当封面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规模数字标「材料口径」，未锁不写死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0515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4630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气场最大，已有一版可改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适合「了解之后还想被镇住」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52044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缺点 / 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第一次见面像路演，容易被当成要钱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机构/用户/专利数字一追问就被动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和合伙人「对齐即可」不一致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E  ·  样板共建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对方已经问「怎么合作、落哪个点」   ｜    约 10 页 / 15 分钟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讲什么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复述他们的场景（一页）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三选一：企业精力 / 园区 / 康养旗舰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交付包与 90 天验收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采购 / 联营 / 样板，各一行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请拍板的一件事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0515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4630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最能往前推一步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投资也可以落成「先试点」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52044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缺点 / 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93192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第一次用会显得默认他们要买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还没介绍清楚项目就谈落地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和「先了解」冲突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五套对照（圈给合伙人）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22960"/>
          <a:ext cx="11155680" cy="5303520"/>
        </p:xfrm>
        <a:graphic>
          <a:graphicData uri="http://schemas.openxmlformats.org/drawingml/2006/table">
            <a:tbl>
              <a:tblPr/>
              <a:tblGrid>
                <a:gridCol w="1645920"/>
                <a:gridCol w="2834640"/>
                <a:gridCol w="3383280"/>
                <a:gridCol w="3291840"/>
              </a:tblGrid>
              <a:tr h="883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一句话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选它，如果…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别选，如果…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初识 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先当朋友，再谈本事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真·第一次，口径是了解对齐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对方已经很熟、只要落地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工业品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用过程语言讲恢复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席上有工程/质量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只要轻松认识一下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政策人力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写进主动健康叙事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规划/党委/园区/HR 主导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他们要看舱和认证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国际能力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格局和硬实力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怕被看成小作坊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第一次、数字还没锁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样板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只推一个可退出试点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已经问怎么合作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对方还在「这是什么」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建议与圈选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按本次需求，推荐 A。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对方第一次来了解，投资只是「如果可以」。合伙人要的是了解 + 方向一致。A 最不容易做成路演，也最不容易被数字和病种问住。B/D 留到第二次，或作附录 2 页。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请合伙人勾选一套（可拼：例如「A，加半页消杀」）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A 初识对齐（推荐）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69748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7706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B 工业品叙事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27832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09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C 政策与人力资本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3227832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3009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D 国际能力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313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E 样板共建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80760" y="3758184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83133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拼法：A + ______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 · 给合伙人选型 · 非正式对外稿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0" y="6492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北化交流 PPT 结构选型（给合伙人）</dc:title>
  <dc:subject>PptxGenJS Presentation</dc:subject>
  <dc:creator>中友瑞水 / 知识库</dc:creator>
  <cp:lastModifiedBy>中友瑞水 / 知识库</cp:lastModifiedBy>
  <cp:revision>1</cp:revision>
  <dcterms:created xsi:type="dcterms:W3CDTF">2026-08-23T02:25:03Z</dcterms:created>
  <dcterms:modified xsi:type="dcterms:W3CDTF">2026-08-23T02:25:03Z</dcterms:modified>
</cp:coreProperties>
</file>