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058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内部选型 · 第二版思路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北京化工集团第一次交流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一根脊柱 + 按人加插件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上一版让你在五套完整 PPT 里挑，太重，而且那五套不在同一个维度。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这一版只固定一套主叙事（9 页），其余做成可勾的插件（半页到一页）。合伙人只需要勾插件。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为什么把五套改成「脊柱 + 插件」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先说清上一版的毛病，再说这版怎么修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155680" cy="1115568"/>
          </a:xfrm>
          <a:prstGeom prst="roundRect">
            <a:avLst>
              <a:gd name="adj" fmla="val 6557"/>
            </a:avLst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61288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上一版的问题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17520" y="1161288"/>
            <a:ext cx="841248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初识、E 落地讲的是「到哪一步」；B 工业品、C 政策、D 国际讲的是「用谁的语言」。两个维度混在一张表里，所以你会想拼「A 加半页消杀」。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276856"/>
            <a:ext cx="11155680" cy="1115568"/>
          </a:xfrm>
          <a:prstGeom prst="roundRect">
            <a:avLst>
              <a:gd name="adj" fmla="val 6557"/>
            </a:avLst>
          </a:prstGeom>
          <a:solidFill>
            <a:srgbClr val="ECFDF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86584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这版怎么修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17520" y="2386584"/>
            <a:ext cx="841248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阶段只有一个答案：第一次见面就是介绍。语言才是变量，做成插件，按谁到场加。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502152"/>
            <a:ext cx="11155680" cy="1115568"/>
          </a:xfrm>
          <a:prstGeom prst="roundRect">
            <a:avLst>
              <a:gd name="adj" fmla="val 6557"/>
            </a:avLst>
          </a:prstGeom>
          <a:solidFill>
            <a:srgbClr val="F8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61188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合伙人要做的事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17520" y="3611880"/>
            <a:ext cx="841248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从「选一整套」变成「勾两三个半页」。决策更小，也更不容易选错。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727448"/>
            <a:ext cx="11155680" cy="1115568"/>
          </a:xfrm>
          <a:prstGeom prst="roundRect">
            <a:avLst>
              <a:gd name="adj" fmla="val 6557"/>
            </a:avLst>
          </a:prstGeom>
          <a:solidFill>
            <a:srgbClr val="F8FAF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837176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对外稿只做一版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017520" y="4837176"/>
            <a:ext cx="841248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脊柱固定，插件换。第二次见面不用重做，只换插件。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内部 · 给合伙人圈选 · 非正式对外稿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0" y="64922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8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先定散场标准，再定页数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这三件事成立就算成功；不成立，页数再多也白讲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155680" cy="1188720"/>
          </a:xfrm>
          <a:prstGeom prst="roundRect">
            <a:avLst>
              <a:gd name="adj" fmla="val 7692"/>
            </a:avLst>
          </a:prstGeom>
          <a:solidFill>
            <a:srgbClr val="ECFDF5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813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371600" y="13716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听懂我们是什么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303520" y="137160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可复制的深度恢复系统，不是 SPA、不是理疗店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11155680" cy="1188720"/>
          </a:xfrm>
          <a:prstGeom prst="roundRect">
            <a:avLst>
              <a:gd name="adj" fmla="val 7692"/>
            </a:avLst>
          </a:prstGeom>
          <a:solidFill>
            <a:srgbClr val="ECFDF5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8529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371600" y="27432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知道方向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03520" y="274320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主动健康 / 非药物恢复，和他们的产业与人力议题挨得上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11155680" cy="1188720"/>
          </a:xfrm>
          <a:prstGeom prst="roundRect">
            <a:avLst>
              <a:gd name="adj" fmla="val 7692"/>
            </a:avLst>
          </a:prstGeom>
          <a:solidFill>
            <a:srgbClr val="ECFDF5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2245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371600" y="41148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愿意再谈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03520" y="411480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觉得值得下一步，但本场不谈钱、不谈估值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55778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注意：投资不在这三条里。同路了他们自己会问。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内部 · 给合伙人圈选 · 非正式对外稿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515600" y="64922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8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脊柱：固定 9 页 / 15 分钟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不管谁到场都讲这些，顺序不动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1612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24128" y="116128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一句话我们是谁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764792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可复制的深度恢复系统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06240" y="105156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/>
        </p:spPr>
      </p:sp>
      <p:sp>
        <p:nvSpPr>
          <p:cNvPr id="10" name="Text 8"/>
          <p:cNvSpPr/>
          <p:nvPr/>
        </p:nvSpPr>
        <p:spPr>
          <a:xfrm>
            <a:off x="4370832" y="11612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73168" y="116128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为什么是现在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389120" y="1764792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从治病到主动健康，非药物恢复缺入口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55280" y="105156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/>
        </p:spPr>
      </p:sp>
      <p:sp>
        <p:nvSpPr>
          <p:cNvPr id="14" name="Text 12"/>
          <p:cNvSpPr/>
          <p:nvPr/>
        </p:nvSpPr>
        <p:spPr>
          <a:xfrm>
            <a:off x="8119872" y="11612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22208" y="116128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方法一页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38160" y="1764792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减负—降噪—重置，不堆模块名词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74320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285292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24128" y="285292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一次体验里发生什么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3456432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让他们脑子里有画面，60–90 分钟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06240" y="274320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/>
        </p:spPr>
      </p:sp>
      <p:sp>
        <p:nvSpPr>
          <p:cNvPr id="22" name="Text 20"/>
          <p:cNvSpPr/>
          <p:nvPr/>
        </p:nvSpPr>
        <p:spPr>
          <a:xfrm>
            <a:off x="4370832" y="285292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73168" y="285292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我们已经在做的事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389120" y="3456432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只讲能公开的，数字标口径或不写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955280" y="274320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/>
        </p:spPr>
      </p:sp>
      <p:sp>
        <p:nvSpPr>
          <p:cNvPr id="26" name="Text 24"/>
          <p:cNvSpPr/>
          <p:nvPr/>
        </p:nvSpPr>
        <p:spPr>
          <a:xfrm>
            <a:off x="8119872" y="285292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522208" y="285292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边界写清楚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138160" y="3456432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不治病、不替代医疗、不做承诺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43484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" y="454456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24128" y="454456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和北化的三个可能接口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40080" y="5148072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企业精力 / 园区示范 / 产业布局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206240" y="443484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/>
        </p:spPr>
      </p:sp>
      <p:sp>
        <p:nvSpPr>
          <p:cNvPr id="34" name="Text 32"/>
          <p:cNvSpPr/>
          <p:nvPr/>
        </p:nvSpPr>
        <p:spPr>
          <a:xfrm>
            <a:off x="4370832" y="454456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773168" y="454456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入口很轻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389120" y="5148072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参观或一次小体验，不用先决策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955280" y="443484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/>
        </p:spPr>
      </p:sp>
      <p:sp>
        <p:nvSpPr>
          <p:cNvPr id="38" name="Text 36"/>
          <p:cNvSpPr/>
          <p:nvPr/>
        </p:nvSpPr>
        <p:spPr>
          <a:xfrm>
            <a:off x="8119872" y="454456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522208" y="454456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下一步一句话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8138160" y="5148072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只请他们同意一件小事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57200" y="64922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内部 · 给合伙人圈选 · 非正式对外稿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0515600" y="64922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8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插件菜单 1/2：按谁到场加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每个插件半页到一页。没有触发条件就不加，宁短不长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15568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1430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 工程可巡检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8368" y="152704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页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1837944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触发：席上有工程、质量、安全、生产口的人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31920" y="1161288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三分体结构与消杀闭环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水温、水质、记录：谁测、多久测一次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一句话：这是能连续运行的设备，不是网红体验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046720" y="11430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46720" y="1380744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化工的人信过程和记录，不信形容词。这页把我们从「概念」拉到「可巡检」。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046720" y="1965960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0" y="218541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讲太细会变工厂参观，压到 1 页，不展开台账。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724912"/>
            <a:ext cx="1115568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81635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 政策与人力口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368" y="32004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页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" y="3511296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触发：规划、党委、工会、HR、园区主导这次会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31920" y="283464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治病中心 → 健康中心，我们补心理与睡眠这一格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企业过载：讲座解决不了，需要可体验入口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明确不是医保、不是治病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046720" y="281635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为什么加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46720" y="3054096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让这件事能被写进他们自己的规划和员工议题，而不是只当一个供应商。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046720" y="3639312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46720" y="385876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只讲政策会显空，必须紧跟脊柱的方法页，别单独放。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4398264"/>
            <a:ext cx="1115568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448970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 底气半页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8368" y="48737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 页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8368" y="5184648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触发：担心被当成小作坊；对方级别高、看惯大场面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931920" y="4507992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平台与冠军产品线、认证与消杀能力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专家与合作生态各一行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规模数字标「材料口径」，未锁的不写死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046720" y="448970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为什么加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046720" y="4727448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压住「你们多大」这个问题，但不把它做成路演封面。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046720" y="5312664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046720" y="553212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一旦写具体机构数、用户数、专利数，追问就被动。宁少写。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内部 · 给合伙人圈选 · 非正式对外稿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515600" y="64922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8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插件菜单 2/2：按谁到场加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每个插件半页到一页。没有触发条件就不加，宁短不长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15568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1430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 证据塔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8368" y="152704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 页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1837944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触发：席上有医学、科研、医院背景的人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31920" y="1161288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塔基安全与可重复 → 塔身即时状态改善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国际研究说到哪一步，如实说：多为小样本、可行性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塔尖病种效果不进主页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046720" y="11430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46720" y="1380744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懂行的人在场，先示弱反而更可信；把边界自己说出来，别等他们挑。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046720" y="1965960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0" y="218541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别把病种 RCT 当卖点；乳酸这类争议只讲主观恢复。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724912"/>
            <a:ext cx="1115568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81635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  落地一页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368" y="32004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页（只在对方先问时打开）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" y="3511296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触发：对方主动问「怎么合作、落哪个点、怎么投」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31920" y="283464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一个点位、一个季度、可退出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三选一：企业精力 / 园区示范 / 康养旗舰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采购 / 联营 / 样板，各一行，不报价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046720" y="281635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为什么加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46720" y="3054096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把「想投资」软着陆成「先试一个点」，比谈估值安全得多。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046720" y="3639312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46720" y="385876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不要主动翻这页。没人问就留在附录，否则像默认他们要买。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内部 · 给合伙人圈选 · 非正式对外稿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515600" y="64922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8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常见几种席位，直接照抄这个配置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拿不准就用第一行；现场按提问再翻附录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11155680" cy="2834640"/>
        </p:xfrm>
        <a:graphic>
          <a:graphicData uri="http://schemas.openxmlformats.org/drawingml/2006/table">
            <a:tbl>
              <a:tblPr/>
              <a:tblGrid>
                <a:gridCol w="2926080"/>
                <a:gridCol w="2743200"/>
                <a:gridCol w="5486400"/>
              </a:tblGrid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对方来了谁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配置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为什么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只来了战略投资口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脊柱 + P3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他们要判断你有多大、值不值得再谈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带了工程或安全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脊柱 + P1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有人会问怎么消杀、怎么保证不出事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规划 / 党委 / HR 主导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脊柱 + P2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他们要能把这件事写进自己的口径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有医学背景在场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脊柱 + P4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先自己划边界，比被追问好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对方开场就问合作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脊柱 + P5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顺着他们走，但只到一个可退出试点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一大桌人都来了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脊柱 + P1 + P2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其余全部进附录，现场按提问再翻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069080"/>
            <a:ext cx="11155680" cy="2057400"/>
          </a:xfrm>
          <a:prstGeom prst="roundRect">
            <a:avLst>
              <a:gd name="adj" fmla="val 4444"/>
            </a:avLst>
          </a:prstGeom>
          <a:solidFill>
            <a:srgbClr val="FFF7ED"/>
          </a:solidFill>
          <a:ln/>
        </p:spPr>
      </p:sp>
      <p:sp>
        <p:nvSpPr>
          <p:cNvPr id="7" name="Text 4"/>
          <p:cNvSpPr/>
          <p:nvPr/>
        </p:nvSpPr>
        <p:spPr>
          <a:xfrm>
            <a:off x="658368" y="4187952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四条红线（任何配置都不许破）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58368" y="4526280"/>
            <a:ext cx="107899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不讲治病、不讲病种有效率、不提医保与科室话术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机构数 / 专利数 / C 端用户：标「材料口径」或不写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医院联合运营稿与独立门店 SOP 两套口径，不混在一页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本场不出估值、不出财务模型、不主动提融资金额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内部 · 给合伙人圈选 · 非正式对外稿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515600" y="64922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8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请合伙人只勾插件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脊柱不用选。默认配置已经勾好，觉得不对就改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155680" cy="11430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07899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推荐：脊柱 9 页 + P3 底气半页。合计约 10 页 / 20 分钟。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8368" y="146304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第一次来了解，最可能出席的是战略投资口，他们心里的问题是「你们多大、值不值得再谈」。P3 用半页回答，且不写死数字。其余插件带在附录，现场按提问翻。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5440680" cy="566928"/>
          </a:xfrm>
          <a:prstGeom prst="roundRect">
            <a:avLst>
              <a:gd name="adj" fmla="val 9677"/>
            </a:avLst>
          </a:prstGeom>
          <a:solidFill>
            <a:srgbClr val="ECFDF5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2423160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  脊柱 9 页（固定，不用勾）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80760" y="2331720"/>
            <a:ext cx="5440680" cy="566928"/>
          </a:xfrm>
          <a:prstGeom prst="roundRect">
            <a:avLst>
              <a:gd name="adj" fmla="val 9677"/>
            </a:avLst>
          </a:prstGeom>
          <a:solidFill>
            <a:srgbClr val="ECFDF5"/>
          </a:solidFill>
          <a:ln/>
        </p:spPr>
      </p:sp>
      <p:sp>
        <p:nvSpPr>
          <p:cNvPr id="11" name="Text 9"/>
          <p:cNvSpPr/>
          <p:nvPr/>
        </p:nvSpPr>
        <p:spPr>
          <a:xfrm>
            <a:off x="6281928" y="2423160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  P3 底气半页（默认加）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990088"/>
            <a:ext cx="5440680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3081528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 P1 工程可巡检 1 页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80760" y="2990088"/>
            <a:ext cx="5440680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/>
        </p:spPr>
      </p:sp>
      <p:sp>
        <p:nvSpPr>
          <p:cNvPr id="15" name="Text 13"/>
          <p:cNvSpPr/>
          <p:nvPr/>
        </p:nvSpPr>
        <p:spPr>
          <a:xfrm>
            <a:off x="6281928" y="3081528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 P2 政策与人力口 1 页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648456"/>
            <a:ext cx="5440680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3739896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 P4 证据塔 0.5 页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80760" y="3648456"/>
            <a:ext cx="5440680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/>
        </p:spPr>
      </p:sp>
      <p:sp>
        <p:nvSpPr>
          <p:cNvPr id="19" name="Text 17"/>
          <p:cNvSpPr/>
          <p:nvPr/>
        </p:nvSpPr>
        <p:spPr>
          <a:xfrm>
            <a:off x="6281928" y="3739896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 P5 落地一页（只在对方问时翻）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306824"/>
            <a:ext cx="5440680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4398264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 改散场标准：____________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080760" y="4306824"/>
            <a:ext cx="5440680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/>
        </p:spPr>
      </p:sp>
      <p:sp>
        <p:nvSpPr>
          <p:cNvPr id="23" name="Text 21"/>
          <p:cNvSpPr/>
          <p:nvPr/>
        </p:nvSpPr>
        <p:spPr>
          <a:xfrm>
            <a:off x="6281928" y="4398264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我不同意，理由：__________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58064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勾完告诉我，我按这个配置出对外稿。脊柱不动，所以第二次见面只换插件即可。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内部 · 给合伙人圈选 · 非正式对外稿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515600" y="64922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北化交流 · 脊柱 + 插件（给合伙人）</dc:title>
  <dc:subject>PptxGenJS Presentation</dc:subject>
  <dc:creator>中友瑞水 / 知识库</dc:creator>
  <cp:lastModifiedBy>中友瑞水 / 知识库</cp:lastModifiedBy>
  <cp:revision>1</cp:revision>
  <dcterms:created xsi:type="dcterms:W3CDTF">2026-08-23T02:48:49Z</dcterms:created>
  <dcterms:modified xsi:type="dcterms:W3CDTF">2026-08-23T02:48:49Z</dcterms:modified>
</cp:coreProperties>
</file>