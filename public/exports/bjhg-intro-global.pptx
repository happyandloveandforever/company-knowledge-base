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用「降噪重启」类比手机重启：人人能懂。然后落回 REST 专业名词，建立可信度。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把北化听众拉到全球赛道：抗衰、主动健康、数字健康，是国际资本与产业同时在押的方向。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「金钥匙」是品牌主张；紧接着用系统闭环证明不是口号。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四字诀方便记忆。被追问细节时再展开 Theta/HRV/皮质醇等指标。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辉煌与诚实并行：国企/产业方最吃「有顶刊 + 有边界」。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用「平台」而非「浴缸」叙事。参数点到为止，气势放在能力组合上。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强调「能进严肃客户门」。二类器械推进中可口头补充，不写成已拿证。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化工背景听众会对流程、过滤、闭环特别有感觉——把这页讲成「工业品思维」。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「标准制定者」是收束句。配合专利、机构客户、C端服务规模口径。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数字用「材料口径」提醒自己可核对；对外可以说「公开材料显示」。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不再提亦庄绑定。用四条价值轴让北化自己对号入座：生科抗衰、园区载体、还是企业服务。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辉煌之后给台阶：入口轻、天花板高。符合「了解后若一致再深入」。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结束要稳：邀请挑战，而不是乞求投资。气场在「经得起问」。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全球深度恢复系统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与北京化工集团的战略沟通（深入浅出版）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一句话：把「真正恢复」做成可复制的全球级系统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面向：产业伙伴 · 战略投资者 · 主动健康布局者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今天：把复杂的事讲清楚，把硬实力讲到位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先用一分钟听懂我们在做什么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深入浅出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现代人看起来休息了很多，身体和神经系统却常常没真正恢复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漂浮方舟做的事很简单：让外界噪音归零，让身体自己重启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方法来自国际成熟体系 Floatation-REST（限制环境刺激疗法）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我们把它工程化、标准化、可复制 —— 从实验室到可运营系统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全球同题：高压时代缺的不是刺激，是重置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国际视野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从华尔街到竞技赛场，高心力脑力消耗正在变成文明级命题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轻体验太多（App、普通水疗），重干预太重（药物与复杂医疗路径）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中间那条路 —— 更深、更轻、可规模交付的深度恢复 —— 仍是空白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谁先把这条路做成标准，谁就握住主动健康的产业入口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漂浮方舟：激活人体自愈系统的金钥匙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定位：心理健康与主动健康的非药物干预系统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本质：标准化、可复制的身心深度恢复系统（不是一次性新奇体验）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交付：设备 + 消杀运维 + SOP + 数据反馈 + 培训认证 = 完整能力闭环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目标：让深度恢复像工业品一样稳定、可检验、可扩张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方法并不神秘：四步讲清作用机理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机理浅讲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减负：高浓度泻盐浮力托起身体，对抗重力负荷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降噪：恒温与感官限制，让外界刺激尽可能归零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重置：神经系统从高压警戒切到恢复模式（REST）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整合：睡眠、抗衰、减压、抗焦虑等功能模块按场景叠加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国际科学底座：不是概念，是可引用的证据链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Floatation-REST 已是国际科研体系，而非营销黑话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材料口径：60+ 项研究、1800+ 受试者的全球证据规模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顶刊线索：Lancet 子刊 RCT —— 身体意象与状态焦虑的显著改善，且随访仍维持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我们的态度同样国际：证据充分处敢讲，证据不足处不包装万能疗法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冠军系列：为极限恢复而生的强功效平台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面向精英与竞技运动员等超负荷身心损耗人群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睡眠调理：多体征监测、多屏同步、异常实时报警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全身抗衰：纳米水溶氢、医疗级增氧、矿泉级抗衰漂浮液方向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神经平静：脑波调频（国际高精度芯片路径）+ 地球频率（舒曼波）等模块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全球级信任：认证、标准与严肃客户背书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质量与市场准入矩阵：ISO / 欧盟 CE / RoHS / 美国 FCC / UL / FDA 注册等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严肃场景门槛：康复辅具质检路径、兴奋剂检测相关认证口径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国际组织角色：世界漂浮学会理事长单位等行业位置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国家队与顶尖学府合作网络：奥运体系供应商、北大/北中医等科研战略伙伴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把卫生与连续运营做成工业级能力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全球首创取向的物理消杀闭环：回收 → 精密过滤 → 臭氧/紫外/光触媒 → 无菌储液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最小过滤孔径可达 0.1 μm 量级；追求无化学添加维持液体状态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舱体 / 智能主机 / 独立储液三分体：为商业连续运营与可维护性设计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意义：让「高端体验」同时经得起巡检、复购与规模化排班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专家与生态：不是单点技术，是体系共建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系统工程总体把关：俞梦孙院士 · 人民健康系统工程理念牵引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跨学科矩阵：医学心理、生命科学、运动康复、信息智能、中医养护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战略生态：训练基地实证、供应链、文旅康养、智慧健康等协同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目标位置：标准制定者与系统定义者，而不只是设备制造商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已经跑通的规模与服务半径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规模辉煌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材料口径：30+ 核心专利 · 200+ 机构客户 · 3万+ C端深度服务支持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场论坛培训科普；服务网络覆盖医疗、体育、康养、政企、学校等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四大业务板块：系统供应 · 运营管理 · 资质认证 · 执证人才培训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专精特新与双高等级企业背书，深度参与行业标准制定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与产业资本同频的四条价值轴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契合升级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抗衰与主动健康：把「状态改善」做成可体验、可复购的产品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数字健康：体征与恢复过程可记录、可管理（健康管理表达）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人力资本：为企业与高负荷人群提供可规模化的精力恢复入口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载体赋能：康养、酒店、园区、公共健康示范 —— 同一套系统多入口落地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合作可以很大，入口可以很轻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合作路径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分层合作：采购 / 租赁 / 联营 / 样板共建 / 项目制集采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先选一个真场景跑通：企业精力包、示范空间、或旗舰恢复单元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我们输出的是可运转系统：培训、SOP、质量审查与持续陪跑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原则：先对齐伟大目标，再用轻量试点验证同路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一句话收束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漂浮方舟：把国际 REST 科学，做成可复制的深度恢复工业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我们交付的不是舱体零件，而是一套可持续运营的恢复能力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若贵集团在主动健康、抗衰与产业赋能上同频 —— 我们值得认真走下一步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谢谢。欢迎用最尖锐的问题考验我们。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· 全球深度恢复系统（国际视野版）</dc:title>
  <dc:subject>PptxGenJS Presentation</dc:subject>
  <dc:creator>知识库系统</dc:creator>
  <cp:lastModifiedBy>知识库系统</cp:lastModifiedBy>
  <cp:revision>1</cp:revision>
  <dcterms:created xsi:type="dcterms:W3CDTF">2026-08-22T16:32:36Z</dcterms:created>
  <dcterms:modified xsi:type="dcterms:W3CDTF">2026-08-22T16:32:36Z</dcterms:modified>
</cp:coreProperties>
</file>